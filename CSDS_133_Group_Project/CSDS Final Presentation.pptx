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9f24f5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9f24f5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9f24f5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9f24f5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Forced to download 50 games at a time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9f24f56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b9f24f5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b9f24f56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b9f24f56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b9f24f5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b9f24f5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9f24f56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9f24f56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c6718ded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c6718ded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c83f7a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c83f7a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c83f7a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3c83f7a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9f24f56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9f24f56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9f24f56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9f24f5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9f24f56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9f24f56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3c83f7a2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3c83f7a2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3653" y="432500"/>
            <a:ext cx="5783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Sales by Month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88575" y="2741650"/>
            <a:ext cx="5517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Arden and Michael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679825" y="2157575"/>
            <a:ext cx="5860200" cy="8418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1841650" y="2150850"/>
            <a:ext cx="5617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Gathering Sources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Gamalytic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003500" cy="26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of the simpler methods of data collection, we were able to download most of the information.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150" y="202298"/>
            <a:ext cx="4690151" cy="19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053154"/>
            <a:ext cx="4459976" cy="9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658475" y="2437575"/>
            <a:ext cx="4003500" cy="9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Very useful filtering methods, many options to choose from.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SteamSpy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51400" y="1103300"/>
            <a:ext cx="3426900" cy="26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intended to use the SteamSpy Api to gather data, but it did not provide release dates for provided games.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50" y="3317875"/>
            <a:ext cx="2136275" cy="1785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6"/>
          <p:cNvGrpSpPr/>
          <p:nvPr/>
        </p:nvGrpSpPr>
        <p:grpSpPr>
          <a:xfrm>
            <a:off x="3913169" y="564077"/>
            <a:ext cx="5159289" cy="1681361"/>
            <a:chOff x="3913169" y="564077"/>
            <a:chExt cx="5159289" cy="1681361"/>
          </a:xfrm>
        </p:grpSpPr>
        <p:pic>
          <p:nvPicPr>
            <p:cNvPr id="79" name="Google Shape;79;p16"/>
            <p:cNvPicPr preferRelativeResize="0"/>
            <p:nvPr/>
          </p:nvPicPr>
          <p:blipFill rotWithShape="1">
            <a:blip r:embed="rId4">
              <a:alphaModFix/>
            </a:blip>
            <a:srcRect b="14960" l="3039" r="1667" t="1602"/>
            <a:stretch/>
          </p:blipFill>
          <p:spPr>
            <a:xfrm>
              <a:off x="3913169" y="564077"/>
              <a:ext cx="5159289" cy="15421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6"/>
            <p:cNvSpPr txBox="1"/>
            <p:nvPr/>
          </p:nvSpPr>
          <p:spPr>
            <a:xfrm>
              <a:off x="4502673" y="1946449"/>
              <a:ext cx="1142483" cy="2989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500" lIns="76500" spcFirstLastPara="1" rIns="76500" wrap="square" tIns="7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87">
                  <a:solidFill>
                    <a:srgbClr val="FF0000"/>
                  </a:solidFill>
                </a:rPr>
                <a:t>Download CSV</a:t>
              </a:r>
              <a:endParaRPr sz="1087">
                <a:solidFill>
                  <a:srgbClr val="FF0000"/>
                </a:solidFill>
              </a:endParaRPr>
            </a:p>
          </p:txBody>
        </p:sp>
        <p:cxnSp>
          <p:nvCxnSpPr>
            <p:cNvPr id="81" name="Google Shape;81;p16"/>
            <p:cNvCxnSpPr>
              <a:stCxn id="80" idx="1"/>
            </p:cNvCxnSpPr>
            <p:nvPr/>
          </p:nvCxnSpPr>
          <p:spPr>
            <a:xfrm rot="10800000">
              <a:off x="4323573" y="1946544"/>
              <a:ext cx="179100" cy="149400"/>
            </a:xfrm>
            <a:prstGeom prst="straightConnector1">
              <a:avLst/>
            </a:prstGeom>
            <a:noFill/>
            <a:ln cap="flat" cmpd="sng" w="79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2" name="Google Shape;82;p16"/>
          <p:cNvSpPr txBox="1"/>
          <p:nvPr/>
        </p:nvSpPr>
        <p:spPr>
          <a:xfrm>
            <a:off x="4445000" y="2619375"/>
            <a:ext cx="4254600" cy="1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website’s feature to download a CSV of the currently filtered year was used instead.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Webscraping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4327200" cy="30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are not the first people to try scraping game information from Steam.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5" y="4155575"/>
            <a:ext cx="5205150" cy="8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975" y="225938"/>
            <a:ext cx="4010324" cy="213419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5468925" y="2689250"/>
            <a:ext cx="34581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Still, I needed to figure out how to get the </a:t>
            </a:r>
            <a:r>
              <a:rPr lang="en"/>
              <a:t>specific</a:t>
            </a:r>
            <a:r>
              <a:rPr lang="en"/>
              <a:t> information needed.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54125" y="497975"/>
            <a:ext cx="184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</a:t>
            </a:r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6592150" y="3690275"/>
            <a:ext cx="2219100" cy="11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the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Steps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4188900" cy="16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steps of combining data: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Dumping CSVs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Filtering unusable data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Combining into a DataFrame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5768338" y="868300"/>
            <a:ext cx="27111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was all done in python for simplicity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1375" y="1985950"/>
            <a:ext cx="2005026" cy="200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Dumping CSVs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986325"/>
            <a:ext cx="3729900" cy="12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Using python’s </a:t>
            </a:r>
            <a:r>
              <a:rPr lang="en"/>
              <a:t>built in</a:t>
            </a:r>
            <a:r>
              <a:rPr lang="en"/>
              <a:t> csv library, lines are read directly from the csv files as a list</a:t>
            </a:r>
            <a:endParaRPr/>
          </a:p>
        </p:txBody>
      </p:sp>
      <p:pic>
        <p:nvPicPr>
          <p:cNvPr id="112" name="Google Shape;112;p20" title="2025-12-01-144741_hyprshot.png"/>
          <p:cNvPicPr preferRelativeResize="0"/>
          <p:nvPr/>
        </p:nvPicPr>
        <p:blipFill rotWithShape="1">
          <a:blip r:embed="rId3">
            <a:alphaModFix/>
          </a:blip>
          <a:srcRect b="41465" l="22627" r="29965" t="43108"/>
          <a:stretch/>
        </p:blipFill>
        <p:spPr>
          <a:xfrm>
            <a:off x="311700" y="2700962"/>
            <a:ext cx="8360926" cy="173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2025-12-01-145301_hyprshot.png"/>
          <p:cNvPicPr preferRelativeResize="0"/>
          <p:nvPr/>
        </p:nvPicPr>
        <p:blipFill rotWithShape="1">
          <a:blip r:embed="rId4">
            <a:alphaModFix/>
          </a:blip>
          <a:srcRect b="90096" l="22569" r="71498" t="7341"/>
          <a:stretch/>
        </p:blipFill>
        <p:spPr>
          <a:xfrm>
            <a:off x="311700" y="2403675"/>
            <a:ext cx="1078653" cy="297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and Combining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017725"/>
            <a:ext cx="3391200" cy="3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dumped from the CSVs is sorted into a table (f2p or priced), with month as the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points without needed information are skipped.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 each table is added to a </a:t>
            </a:r>
            <a:r>
              <a:rPr lang="en"/>
              <a:t>dataframe, sorted by # of releases per month</a:t>
            </a:r>
            <a:endParaRPr/>
          </a:p>
        </p:txBody>
      </p:sp>
      <p:pic>
        <p:nvPicPr>
          <p:cNvPr id="120" name="Google Shape;120;p21" title="2025-12-01-150048_hyprshot.png"/>
          <p:cNvPicPr preferRelativeResize="0"/>
          <p:nvPr/>
        </p:nvPicPr>
        <p:blipFill rotWithShape="1">
          <a:blip r:embed="rId3">
            <a:alphaModFix/>
          </a:blip>
          <a:srcRect b="13492" l="28473" r="42875" t="35261"/>
          <a:stretch/>
        </p:blipFill>
        <p:spPr>
          <a:xfrm>
            <a:off x="6596000" y="100400"/>
            <a:ext cx="2320558" cy="264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2025-12-01-145301_hyprshot.png"/>
          <p:cNvPicPr preferRelativeResize="0"/>
          <p:nvPr/>
        </p:nvPicPr>
        <p:blipFill rotWithShape="1">
          <a:blip r:embed="rId4">
            <a:alphaModFix/>
          </a:blip>
          <a:srcRect b="42653" l="22630" r="68960" t="12442"/>
          <a:stretch/>
        </p:blipFill>
        <p:spPr>
          <a:xfrm>
            <a:off x="4254850" y="100400"/>
            <a:ext cx="777262" cy="264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title="2025-12-01-150536_hyprshot.png"/>
          <p:cNvPicPr preferRelativeResize="0"/>
          <p:nvPr/>
        </p:nvPicPr>
        <p:blipFill rotWithShape="1">
          <a:blip r:embed="rId5">
            <a:alphaModFix/>
          </a:blip>
          <a:srcRect b="30515" l="28663" r="54932" t="25948"/>
          <a:stretch/>
        </p:blipFill>
        <p:spPr>
          <a:xfrm>
            <a:off x="5032100" y="100400"/>
            <a:ext cx="1563901" cy="264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2025-12-01-150904_hyprshot.png"/>
          <p:cNvPicPr preferRelativeResize="0"/>
          <p:nvPr/>
        </p:nvPicPr>
        <p:blipFill rotWithShape="1">
          <a:blip r:embed="rId6">
            <a:alphaModFix/>
          </a:blip>
          <a:srcRect b="33249" l="22946" r="39735" t="46015"/>
          <a:stretch/>
        </p:blipFill>
        <p:spPr>
          <a:xfrm>
            <a:off x="4254849" y="3102075"/>
            <a:ext cx="4661698" cy="1652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Dataframe Examples</a:t>
            </a:r>
            <a:endParaRPr/>
          </a:p>
        </p:txBody>
      </p:sp>
      <p:pic>
        <p:nvPicPr>
          <p:cNvPr id="129" name="Google Shape;129;p22" title="2025-12-01-151208_hyprshot.png"/>
          <p:cNvPicPr preferRelativeResize="0"/>
          <p:nvPr/>
        </p:nvPicPr>
        <p:blipFill rotWithShape="1">
          <a:blip r:embed="rId3">
            <a:alphaModFix/>
          </a:blip>
          <a:srcRect b="4662" l="0" r="6872" t="50764"/>
          <a:stretch/>
        </p:blipFill>
        <p:spPr>
          <a:xfrm>
            <a:off x="253350" y="1444525"/>
            <a:ext cx="8117300" cy="247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037775" y="347725"/>
            <a:ext cx="427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Our Findings</a:t>
            </a:r>
            <a:endParaRPr/>
          </a:p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269700" y="3782725"/>
            <a:ext cx="2889600" cy="11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11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number of players by month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265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There tend to be peaks at </a:t>
            </a:r>
            <a:r>
              <a:rPr lang="en"/>
              <a:t>February</a:t>
            </a:r>
            <a:r>
              <a:rPr lang="en"/>
              <a:t>, June, and December, but a </a:t>
            </a:r>
            <a:r>
              <a:rPr lang="en"/>
              <a:t>surprising</a:t>
            </a:r>
            <a:r>
              <a:rPr lang="en"/>
              <a:t> lack of players in July.</a:t>
            </a:r>
            <a:endParaRPr/>
          </a:p>
        </p:txBody>
      </p:sp>
      <p:pic>
        <p:nvPicPr>
          <p:cNvPr id="142" name="Google Shape;142;p24" title="Player 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225" y="1078475"/>
            <a:ext cx="6055651" cy="31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Prices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35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Prices seem to be slightly higher on average during peak months, though </a:t>
            </a:r>
            <a:r>
              <a:rPr lang="en"/>
              <a:t>November</a:t>
            </a:r>
            <a:r>
              <a:rPr lang="en"/>
              <a:t> has a </a:t>
            </a:r>
            <a:r>
              <a:rPr lang="en"/>
              <a:t>significant</a:t>
            </a:r>
            <a:r>
              <a:rPr lang="en"/>
              <a:t> drop in prices without a drop in players.</a:t>
            </a:r>
            <a:endParaRPr/>
          </a:p>
        </p:txBody>
      </p:sp>
      <p:pic>
        <p:nvPicPr>
          <p:cNvPr id="149" name="Google Shape;149;p25" title="Game Price by Mon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000" y="1338250"/>
            <a:ext cx="4969674" cy="260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152475"/>
            <a:ext cx="320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not much correlation can be drawn between the month, player count, and price.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correlation between price and player count is statistically significant (&gt;0.05), but still fairly weak.</a:t>
            </a:r>
            <a:endParaRPr/>
          </a:p>
        </p:txBody>
      </p:sp>
      <p:pic>
        <p:nvPicPr>
          <p:cNvPr id="156" name="Google Shape;156;p26" title="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150" y="590150"/>
            <a:ext cx="5304974" cy="39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